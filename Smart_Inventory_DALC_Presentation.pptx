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7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8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1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9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5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1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2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3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22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93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010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31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41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52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8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8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7638"/>
            <a:ext cx="8229600" cy="1143000"/>
          </a:xfrm>
        </p:spPr>
        <p:txBody>
          <a:bodyPr>
            <a:noAutofit/>
          </a:bodyPr>
          <a:lstStyle/>
          <a:p>
            <a:r>
              <a:rPr sz="4000" dirty="0"/>
              <a:t>Smart Inventory Management using DA</a:t>
            </a:r>
            <a:r>
              <a:rPr lang="en-IN" sz="4000" dirty="0"/>
              <a:t>lc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1286"/>
            <a:ext cx="8229600" cy="2914877"/>
          </a:xfrm>
        </p:spPr>
        <p:txBody>
          <a:bodyPr>
            <a:normAutofit/>
          </a:bodyPr>
          <a:lstStyle/>
          <a:p>
            <a:r>
              <a:rPr sz="2400" dirty="0"/>
              <a:t>Domain: Retail Inventory Mismanagement</a:t>
            </a:r>
          </a:p>
          <a:p>
            <a:r>
              <a:rPr sz="2400" dirty="0"/>
              <a:t>Project: Smart Inventory Forecasting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Problems:</a:t>
            </a:r>
          </a:p>
          <a:p>
            <a:r>
              <a:t>- Overstock &amp; Understock</a:t>
            </a:r>
          </a:p>
          <a:p>
            <a:r>
              <a:t>- Lost sales &amp; wastage</a:t>
            </a:r>
          </a:p>
          <a:p>
            <a:endParaRPr/>
          </a:p>
          <a:p>
            <a:r>
              <a:t>Example:</a:t>
            </a:r>
          </a:p>
          <a:p>
            <a:r>
              <a:t>Supermarket faces milk expiry &amp; snack shortages</a:t>
            </a:r>
          </a:p>
          <a:p>
            <a:endParaRPr/>
          </a:p>
          <a:p>
            <a:r>
              <a:t>Goal:</a:t>
            </a:r>
          </a:p>
          <a:p>
            <a:r>
              <a:t>Reduce stockouts &amp; wastage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 Sources:</a:t>
            </a:r>
          </a:p>
          <a:p>
            <a:r>
              <a:t>- Sales data (POS)</a:t>
            </a:r>
          </a:p>
          <a:p>
            <a:r>
              <a:t>- Inventory logs</a:t>
            </a:r>
          </a:p>
          <a:p>
            <a:r>
              <a:t>- Supplier data</a:t>
            </a:r>
          </a:p>
          <a:p>
            <a:r>
              <a:t>- Seasonal data</a:t>
            </a:r>
          </a:p>
          <a:p>
            <a:endParaRPr/>
          </a:p>
          <a:p>
            <a:r>
              <a:t>Example:</a:t>
            </a:r>
          </a:p>
          <a:p>
            <a:r>
              <a:t>Daily sales tracking &amp; festival demand spikes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Steps:</a:t>
            </a:r>
          </a:p>
          <a:p>
            <a:r>
              <a:rPr dirty="0"/>
              <a:t>- Clean missing data</a:t>
            </a:r>
          </a:p>
          <a:p>
            <a:r>
              <a:rPr dirty="0"/>
              <a:t>- Analyze trends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- Ice cream sales peak in summer</a:t>
            </a:r>
          </a:p>
          <a:p>
            <a:r>
              <a:rPr dirty="0"/>
              <a:t>- Weekend sales increase</a:t>
            </a:r>
          </a:p>
          <a:p>
            <a:endParaRPr dirty="0"/>
          </a:p>
          <a:p>
            <a:r>
              <a:rPr dirty="0"/>
              <a:t>Insights:</a:t>
            </a:r>
          </a:p>
          <a:p>
            <a:r>
              <a:rPr dirty="0"/>
              <a:t>Seasonal &amp; fast-moving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Modeling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Techniques:</a:t>
            </a:r>
          </a:p>
          <a:p>
            <a:r>
              <a:rPr dirty="0"/>
              <a:t>- Time Series (ARIMA)</a:t>
            </a:r>
          </a:p>
          <a:p>
            <a:r>
              <a:rPr dirty="0"/>
              <a:t>- ML Models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Predict demand for rice before festivals</a:t>
            </a:r>
          </a:p>
          <a:p>
            <a:endParaRPr dirty="0"/>
          </a:p>
          <a:p>
            <a:r>
              <a:rPr dirty="0"/>
              <a:t>Outcome:</a:t>
            </a:r>
          </a:p>
          <a:p>
            <a:r>
              <a:rPr dirty="0"/>
              <a:t>Automated forecasting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Validation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Check accuracy using RMSE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Predicted: 500 units</a:t>
            </a:r>
          </a:p>
          <a:p>
            <a:r>
              <a:rPr dirty="0"/>
              <a:t>Actual: 480 units</a:t>
            </a:r>
          </a:p>
          <a:p>
            <a:endParaRPr dirty="0"/>
          </a:p>
          <a:p>
            <a:r>
              <a:rPr dirty="0"/>
              <a:t>Insight:</a:t>
            </a:r>
          </a:p>
          <a:p>
            <a:r>
              <a:rPr dirty="0"/>
              <a:t>Model works well for regular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Deployment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Tools:</a:t>
            </a:r>
          </a:p>
          <a:p>
            <a:r>
              <a:rPr dirty="0"/>
              <a:t>- Power BI / Tableau dashboards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Low stock alerts &amp; sales insights</a:t>
            </a:r>
          </a:p>
          <a:p>
            <a:endParaRPr dirty="0"/>
          </a:p>
          <a:p>
            <a:r>
              <a:rPr dirty="0"/>
              <a:t>Outcome:</a:t>
            </a:r>
          </a:p>
          <a:p>
            <a:r>
              <a:rPr dirty="0"/>
              <a:t>Better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Activities:</a:t>
            </a:r>
          </a:p>
          <a:p>
            <a:r>
              <a:t>- Track model performance</a:t>
            </a:r>
          </a:p>
          <a:p>
            <a:r>
              <a:t>- Update data</a:t>
            </a:r>
          </a:p>
          <a:p>
            <a:endParaRPr/>
          </a:p>
          <a:p>
            <a:r>
              <a:t>Example:</a:t>
            </a:r>
          </a:p>
          <a:p>
            <a:r>
              <a:t>Adjust model during sudden demand changes</a:t>
            </a:r>
          </a:p>
          <a:p>
            <a:endParaRPr/>
          </a:p>
          <a:p>
            <a:r>
              <a:t>Outcome:</a:t>
            </a:r>
          </a:p>
          <a:p>
            <a:r>
              <a:t>Continuous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Inventory Forecasting Dashboard</a:t>
            </a:r>
          </a:p>
          <a:p>
            <a:endParaRPr/>
          </a:p>
          <a:p>
            <a:r>
              <a:t>Features:</a:t>
            </a:r>
          </a:p>
          <a:p>
            <a:r>
              <a:t>- Demand prediction</a:t>
            </a:r>
          </a:p>
          <a:p>
            <a:r>
              <a:t>- Stock alerts</a:t>
            </a:r>
          </a:p>
          <a:p>
            <a:r>
              <a:t>- Seasonal analysis</a:t>
            </a:r>
          </a:p>
          <a:p>
            <a:r>
              <a:t>- Auto restocking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</TotalTime>
  <Words>226</Words>
  <Application>Microsoft Office PowerPoint</Application>
  <PresentationFormat>On-screen Show (4:3)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Smart Inventory Management using DAlc</vt:lpstr>
      <vt:lpstr>Business Understanding</vt:lpstr>
      <vt:lpstr>Data Acquisition</vt:lpstr>
      <vt:lpstr>Data Preparation &amp; EDA</vt:lpstr>
      <vt:lpstr>Data Modeling &amp; Analysis</vt:lpstr>
      <vt:lpstr>Validation &amp; Interpretation</vt:lpstr>
      <vt:lpstr>Deployment &amp; Communication</vt:lpstr>
      <vt:lpstr>Monitoring &amp; Maintenance</vt:lpstr>
      <vt:lpstr>Final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Usha Sabbavarapu</dc:creator>
  <cp:keywords/>
  <dc:description>generated using python-pptx</dc:description>
  <cp:lastModifiedBy>Usha Sabbavarapu</cp:lastModifiedBy>
  <cp:revision>5</cp:revision>
  <dcterms:created xsi:type="dcterms:W3CDTF">2013-01-27T09:14:16Z</dcterms:created>
  <dcterms:modified xsi:type="dcterms:W3CDTF">2026-04-20T06:53:25Z</dcterms:modified>
  <cp:category/>
</cp:coreProperties>
</file>