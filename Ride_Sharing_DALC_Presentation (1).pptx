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2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9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55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8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8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8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0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9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96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7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413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1073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89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38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23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53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895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5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47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  <p:sldLayoutId id="2147483910" r:id="rId12"/>
    <p:sldLayoutId id="2147483911" r:id="rId13"/>
    <p:sldLayoutId id="2147483912" r:id="rId14"/>
    <p:sldLayoutId id="2147483913" r:id="rId15"/>
    <p:sldLayoutId id="2147483914" r:id="rId16"/>
    <p:sldLayoutId id="2147483915" r:id="rId17"/>
    <p:sldLayoutId id="214748391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198"/>
            <a:ext cx="8229600" cy="2351316"/>
          </a:xfrm>
        </p:spPr>
        <p:txBody>
          <a:bodyPr>
            <a:normAutofit/>
          </a:bodyPr>
          <a:lstStyle/>
          <a:p>
            <a:r>
              <a:rPr sz="4000" dirty="0"/>
              <a:t>Ride Sharing: Supply-Demand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10800000" flipV="1">
            <a:off x="457198" y="3189514"/>
            <a:ext cx="7924801" cy="1142998"/>
          </a:xfrm>
        </p:spPr>
        <p:txBody>
          <a:bodyPr>
            <a:normAutofit/>
          </a:bodyPr>
          <a:lstStyle/>
          <a:p>
            <a:r>
              <a:rPr lang="en-US" sz="2400" b="1" cap="none" dirty="0"/>
              <a:t>DOMAIN:</a:t>
            </a:r>
            <a:r>
              <a:rPr lang="en-US" sz="2400" cap="none" dirty="0"/>
              <a:t> RIDE SHARING (UBER/OLA)</a:t>
            </a:r>
          </a:p>
          <a:p>
            <a:r>
              <a:rPr lang="en-US" sz="2400" b="1" cap="none" dirty="0"/>
              <a:t>FOCUS</a:t>
            </a:r>
            <a:r>
              <a:rPr lang="en-US" sz="2400" cap="none" dirty="0"/>
              <a:t>: DRIVER SUPPLY VS CUSTOMER DEMAND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b="1" dirty="0"/>
              <a:t>Problem:</a:t>
            </a:r>
          </a:p>
          <a:p>
            <a:r>
              <a:rPr sz="2400" dirty="0"/>
              <a:t>Surge pricing dissatisfaction</a:t>
            </a:r>
          </a:p>
          <a:p>
            <a:r>
              <a:rPr sz="2400" dirty="0"/>
              <a:t> Driver shortages</a:t>
            </a:r>
          </a:p>
          <a:p>
            <a:r>
              <a:rPr sz="2400" dirty="0"/>
              <a:t> Long wait times</a:t>
            </a:r>
          </a:p>
          <a:p>
            <a:r>
              <a:rPr sz="2400" dirty="0"/>
              <a:t> Uneven geographic demand</a:t>
            </a:r>
          </a:p>
          <a:p>
            <a:r>
              <a:rPr sz="2400" dirty="0"/>
              <a:t> Customer churn risk</a:t>
            </a:r>
          </a:p>
          <a:p>
            <a:r>
              <a:rPr sz="2400" b="1" dirty="0"/>
              <a:t>Goal:</a:t>
            </a:r>
          </a:p>
          <a:p>
            <a:r>
              <a:rPr sz="2400" dirty="0"/>
              <a:t>Reduce wait time</a:t>
            </a:r>
          </a:p>
          <a:p>
            <a:r>
              <a:rPr sz="2400" dirty="0"/>
              <a:t> Improve driver allocation</a:t>
            </a:r>
          </a:p>
          <a:p>
            <a:r>
              <a:rPr sz="2400" dirty="0"/>
              <a:t> Increase retention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b="1" dirty="0"/>
              <a:t>Data Sources:</a:t>
            </a:r>
          </a:p>
          <a:p>
            <a:r>
              <a:rPr sz="2400" dirty="0"/>
              <a:t> Trip history</a:t>
            </a:r>
          </a:p>
          <a:p>
            <a:r>
              <a:rPr sz="2400" dirty="0"/>
              <a:t> Driver locations</a:t>
            </a:r>
          </a:p>
          <a:p>
            <a:r>
              <a:rPr sz="2400" dirty="0"/>
              <a:t> GPS data</a:t>
            </a:r>
          </a:p>
          <a:p>
            <a:r>
              <a:rPr sz="2400" dirty="0"/>
              <a:t> Weather &amp; events</a:t>
            </a:r>
          </a:p>
          <a:p>
            <a:r>
              <a:rPr sz="2400" dirty="0"/>
              <a:t> Traffic data</a:t>
            </a:r>
          </a:p>
          <a:p>
            <a:r>
              <a:rPr sz="2400" dirty="0"/>
              <a:t>Holiday schedules</a:t>
            </a:r>
          </a:p>
          <a:p>
            <a:r>
              <a:rPr sz="2400" b="1" dirty="0"/>
              <a:t>Example</a:t>
            </a:r>
            <a:r>
              <a:rPr sz="2400" dirty="0"/>
              <a:t>: Higher demand during rain &amp; weekends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Data Preparation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b="1" dirty="0"/>
              <a:t>Steps:</a:t>
            </a:r>
          </a:p>
          <a:p>
            <a:r>
              <a:rPr sz="2400" dirty="0"/>
              <a:t> Clean missing data</a:t>
            </a:r>
          </a:p>
          <a:p>
            <a:r>
              <a:rPr sz="2400" dirty="0"/>
              <a:t> Feature engineering (time, location)</a:t>
            </a:r>
          </a:p>
          <a:p>
            <a:r>
              <a:rPr sz="2400" dirty="0"/>
              <a:t> Outlier detection</a:t>
            </a:r>
          </a:p>
          <a:p>
            <a:r>
              <a:rPr sz="2400" dirty="0"/>
              <a:t> Heatmaps for demand</a:t>
            </a:r>
          </a:p>
          <a:p>
            <a:r>
              <a:rPr sz="2400" b="1" dirty="0"/>
              <a:t>Insights:</a:t>
            </a:r>
          </a:p>
          <a:p>
            <a:r>
              <a:rPr sz="2400" dirty="0"/>
              <a:t> Peak hours: 6–9 PM</a:t>
            </a:r>
          </a:p>
          <a:p>
            <a:r>
              <a:rPr sz="2400" dirty="0"/>
              <a:t> Weekend surge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Modeling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b="1" dirty="0"/>
              <a:t>Techniques:</a:t>
            </a:r>
          </a:p>
          <a:p>
            <a:r>
              <a:rPr sz="2400" dirty="0"/>
              <a:t>Time series forecasting</a:t>
            </a:r>
          </a:p>
          <a:p>
            <a:r>
              <a:rPr sz="2400" dirty="0"/>
              <a:t> ML models (Random Forest, </a:t>
            </a:r>
            <a:r>
              <a:rPr sz="2400" dirty="0" err="1"/>
              <a:t>XGBoost</a:t>
            </a:r>
            <a:r>
              <a:rPr sz="2400" dirty="0"/>
              <a:t>)</a:t>
            </a:r>
          </a:p>
          <a:p>
            <a:r>
              <a:rPr sz="2400" dirty="0"/>
              <a:t> Deep learning (LSTM)</a:t>
            </a:r>
          </a:p>
          <a:p>
            <a:r>
              <a:rPr sz="2400" dirty="0"/>
              <a:t> Optimization algorithms</a:t>
            </a:r>
          </a:p>
          <a:p>
            <a:r>
              <a:rPr sz="2400" b="1" dirty="0"/>
              <a:t>Output:</a:t>
            </a:r>
          </a:p>
          <a:p>
            <a:r>
              <a:rPr sz="2400" dirty="0"/>
              <a:t> Demand prediction</a:t>
            </a:r>
          </a:p>
          <a:p>
            <a:r>
              <a:rPr sz="2400" dirty="0"/>
              <a:t> Driver allocation strategy</a:t>
            </a:r>
          </a:p>
          <a:p>
            <a:r>
              <a:rPr sz="2400" dirty="0"/>
              <a:t>- Surge pricing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Validation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b="1" dirty="0"/>
              <a:t>Methods:</a:t>
            </a:r>
          </a:p>
          <a:p>
            <a:r>
              <a:rPr sz="2400" dirty="0"/>
              <a:t> Compare predicted vs actual demand</a:t>
            </a:r>
          </a:p>
          <a:p>
            <a:r>
              <a:rPr sz="2400" dirty="0"/>
              <a:t> Metrics: MAE, RMSE</a:t>
            </a:r>
          </a:p>
          <a:p>
            <a:r>
              <a:rPr sz="2400" dirty="0"/>
              <a:t> Cross-validation</a:t>
            </a:r>
          </a:p>
          <a:p>
            <a:r>
              <a:rPr sz="2400" b="1" dirty="0"/>
              <a:t>Insight:</a:t>
            </a:r>
          </a:p>
          <a:p>
            <a:r>
              <a:rPr sz="2400" dirty="0"/>
              <a:t> Identify under-supplied zones</a:t>
            </a:r>
          </a:p>
          <a:p>
            <a:r>
              <a:rPr sz="2400" dirty="0"/>
              <a:t> Evaluate pricing strategies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Deployment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b="1" dirty="0"/>
              <a:t>Deployment:</a:t>
            </a:r>
          </a:p>
          <a:p>
            <a:r>
              <a:rPr sz="2400" dirty="0"/>
              <a:t> Integrate into app backend</a:t>
            </a:r>
          </a:p>
          <a:p>
            <a:r>
              <a:rPr sz="2400" dirty="0"/>
              <a:t> Real-time APIs</a:t>
            </a:r>
          </a:p>
          <a:p>
            <a:r>
              <a:rPr sz="2400" b="1" dirty="0"/>
              <a:t>Communication:</a:t>
            </a:r>
          </a:p>
          <a:p>
            <a:r>
              <a:rPr sz="2400" dirty="0"/>
              <a:t> Driver alerts for high demand</a:t>
            </a:r>
          </a:p>
          <a:p>
            <a:r>
              <a:rPr sz="2400" dirty="0"/>
              <a:t> Customer fare estimation</a:t>
            </a:r>
          </a:p>
          <a:p>
            <a:r>
              <a:rPr sz="2400" dirty="0"/>
              <a:t> Admin dashboards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Monitoring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b="1" dirty="0"/>
              <a:t>Tasks:</a:t>
            </a:r>
          </a:p>
          <a:p>
            <a:r>
              <a:rPr sz="2400" dirty="0"/>
              <a:t> Track model performance</a:t>
            </a:r>
          </a:p>
          <a:p>
            <a:r>
              <a:rPr sz="2400" dirty="0"/>
              <a:t> Update with new data</a:t>
            </a:r>
          </a:p>
          <a:p>
            <a:r>
              <a:rPr sz="2400" dirty="0"/>
              <a:t> Handle seasonal trends</a:t>
            </a:r>
          </a:p>
          <a:p>
            <a:r>
              <a:rPr sz="2400" dirty="0"/>
              <a:t> Detect anomalies</a:t>
            </a:r>
          </a:p>
          <a:p>
            <a:r>
              <a:rPr sz="2400" b="1" dirty="0"/>
              <a:t>Example:</a:t>
            </a:r>
          </a:p>
          <a:p>
            <a:r>
              <a:rPr sz="2400" dirty="0"/>
              <a:t> Festival demand spikes</a:t>
            </a:r>
          </a:p>
          <a:p>
            <a:r>
              <a:rPr sz="2400" dirty="0"/>
              <a:t> Weather disruptions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/>
              <a:t>End-to-end analytics improves</a:t>
            </a:r>
            <a:r>
              <a:rPr sz="2400" dirty="0"/>
              <a:t>:</a:t>
            </a:r>
          </a:p>
          <a:p>
            <a:r>
              <a:rPr sz="2400" dirty="0"/>
              <a:t> Customer satisfaction</a:t>
            </a:r>
          </a:p>
          <a:p>
            <a:r>
              <a:rPr sz="2400" dirty="0"/>
              <a:t> Driver efficiency</a:t>
            </a:r>
          </a:p>
          <a:p>
            <a:r>
              <a:rPr sz="2400" dirty="0"/>
              <a:t>Business profitability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49</TotalTime>
  <Words>262</Words>
  <Application>Microsoft Office PowerPoint</Application>
  <PresentationFormat>On-screen Show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Droplet</vt:lpstr>
      <vt:lpstr>Ride Sharing: Supply-Demand Imbalance</vt:lpstr>
      <vt:lpstr>Business Understanding</vt:lpstr>
      <vt:lpstr>Data Acquisition</vt:lpstr>
      <vt:lpstr>Data Preparation &amp; EDA</vt:lpstr>
      <vt:lpstr>Modeling &amp; Analysis</vt:lpstr>
      <vt:lpstr>Validation &amp; Interpretation</vt:lpstr>
      <vt:lpstr>Deployment &amp; Communication</vt:lpstr>
      <vt:lpstr>Monitoring &amp; Maintenance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Usha Sabbavarapu</dc:creator>
  <cp:keywords/>
  <dc:description>generated using python-pptx</dc:description>
  <cp:lastModifiedBy>Usha Sabbavarapu</cp:lastModifiedBy>
  <cp:revision>10</cp:revision>
  <dcterms:created xsi:type="dcterms:W3CDTF">2013-01-27T09:14:16Z</dcterms:created>
  <dcterms:modified xsi:type="dcterms:W3CDTF">2026-04-20T06:51:52Z</dcterms:modified>
  <cp:category/>
</cp:coreProperties>
</file>